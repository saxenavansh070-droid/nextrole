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3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260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ROLE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CE9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work that fits.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4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a resume - get ranked job roles with the exact skills each one needs.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663440"/>
            <a:ext cx="1371600" cy="502920"/>
          </a:xfrm>
          <a:prstGeom prst="roundRect">
            <a:avLst>
              <a:gd name="adj" fmla="val 21818"/>
            </a:avLst>
          </a:prstGeom>
          <a:solidFill>
            <a:srgbClr val="0C241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663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9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31720" y="466344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0C2419"/>
          </a:solidFill>
          <a:ln/>
        </p:spPr>
      </p:sp>
      <p:sp>
        <p:nvSpPr>
          <p:cNvPr id="9" name="Text 7"/>
          <p:cNvSpPr/>
          <p:nvPr/>
        </p:nvSpPr>
        <p:spPr>
          <a:xfrm>
            <a:off x="2331720" y="4663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9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+ Express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4663440"/>
            <a:ext cx="1645920" cy="502920"/>
          </a:xfrm>
          <a:prstGeom prst="roundRect">
            <a:avLst>
              <a:gd name="adj" fmla="val 21818"/>
            </a:avLst>
          </a:prstGeom>
          <a:solidFill>
            <a:srgbClr val="0C2419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46634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9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4663440"/>
            <a:ext cx="1828800" cy="502920"/>
          </a:xfrm>
          <a:prstGeom prst="roundRect">
            <a:avLst>
              <a:gd name="adj" fmla="val 21818"/>
            </a:avLst>
          </a:prstGeom>
          <a:solidFill>
            <a:srgbClr val="0C2419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4663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9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4663440"/>
            <a:ext cx="1463040" cy="502920"/>
          </a:xfrm>
          <a:prstGeom prst="roundRect">
            <a:avLst>
              <a:gd name="adj" fmla="val 21818"/>
            </a:avLst>
          </a:prstGeom>
          <a:solidFill>
            <a:srgbClr val="0C241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46634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9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829800" y="4663440"/>
            <a:ext cx="1371600" cy="502920"/>
          </a:xfrm>
          <a:prstGeom prst="roundRect">
            <a:avLst>
              <a:gd name="adj" fmla="val 21818"/>
            </a:avLst>
          </a:prstGeom>
          <a:solidFill>
            <a:srgbClr val="E2603B"/>
          </a:solidFill>
          <a:ln/>
        </p:spPr>
      </p:sp>
      <p:sp>
        <p:nvSpPr>
          <p:cNvPr id="17" name="Text 15"/>
          <p:cNvSpPr/>
          <p:nvPr/>
        </p:nvSpPr>
        <p:spPr>
          <a:xfrm>
            <a:off x="9829800" y="4663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Grok AI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92640" y="6446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CE9DB"/>
                </a:solidFill>
              </a:rPr>
              <a:t>nextrole  ·  1/10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8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603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26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886968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 resumes, wrong roles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515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portals match on titles and keywords - not on what a person can actually do.</a:t>
            </a:r>
            <a:endParaRPr lang="en-US" sz="18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Resumes arrive in every shape: PDF, Word, scans, photos of paper - many have no readable text.</a:t>
            </a:r>
            <a:endParaRPr lang="en-US" sz="18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Recruiters and candidates both guess. Nobody sees the real skill-to-role fit.</a:t>
            </a:r>
            <a:endParaRPr lang="en-US" sz="18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switchers have the skills, but not the vocabulary of the job description.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92640" y="6446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F6B"/>
                </a:solidFill>
              </a:rPr>
              <a:t>nextrole  ·  2/10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603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26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886968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Role: matching you can see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ECE9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57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6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Upload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56032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PDF, DOCX, TXT - or paste text. Scans are read with OCR.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87452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ECE9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057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6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Match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17720" y="256032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163-skill catalogue + 30-role library scored in seconds. Grok AI optional.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92440" y="187452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ECE9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2057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6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Explore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75320" y="256032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Ranked roles with match %, plain-English reasons, and skill checklists.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663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C7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at least six roles - best fit first, every time.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92640" y="6446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F6B"/>
                </a:solidFill>
              </a:rPr>
              <a:t>nextrole  ·  3/10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8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603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26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EXTRACTION PIPELINE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886968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reads any resume - even scans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515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 1 - pdf-parse: fast text extraction for standard PDF resumes.</a:t>
            </a:r>
            <a:endParaRPr lang="en-US" sz="18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 2 - pdf.js 3.x: rescues modern or unusual PDF layouts.</a:t>
            </a:r>
            <a:endParaRPr lang="en-US" sz="18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 3 - Tesseract OCR: renders each page as an image and reads it like eyes - rescues scanned / photographed resumes with no text layer.</a:t>
            </a:r>
            <a:endParaRPr lang="en-US" sz="18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DOCX via Mammoth, plain text as-is. Clear, specific errors when a file truly cannot be read.</a:t>
            </a:r>
            <a:endParaRPr lang="en-US" sz="18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on a scanned resume: 3,101 characters recovered, 15 skills detected.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92640" y="6446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F6B"/>
                </a:solidFill>
              </a:rPr>
              <a:t>nextrole  ·  4/10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603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26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MATCHING ENGINE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886968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matching - with or without AI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515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Alias normalisation: ReactJS / Node JS / k8s / postgres / HTML5 all map to catalogue skills.</a:t>
            </a:r>
            <a:endParaRPr lang="en-US" sz="18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Title signals: "front end developer", "DevOps", "nurse" point straight at roles.</a:t>
            </a:r>
            <a:endParaRPr lang="en-US" sz="18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Experience parsing: years of experience feed the summary and seniority context.</a:t>
            </a:r>
            <a:endParaRPr lang="en-US" sz="18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Skill-to-role graph: one skill can imply several roles; direct overlap outranks inference.</a:t>
            </a:r>
            <a:endParaRPr lang="en-US" sz="18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Grok AI upgrades the same flow when GROK_API_KEY is set - local matcher is the safety net.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92640" y="6446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F6B"/>
                </a:solidFill>
              </a:rPr>
              <a:t>nextrole  ·  5/10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603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26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TOUR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886968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sections, one clean interface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32918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ECE9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57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3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5603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landing interface: hero, dark-green upload card, and "Roles for you" results panel.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874520"/>
            <a:ext cx="32918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ECE9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057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3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 roles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17720" y="25603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30-role library with search, match badges, and a role selector showing required skills.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92440" y="1874520"/>
            <a:ext cx="32918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ECE9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2057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3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profile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75320" y="25603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Saved analyses, top match, dates, filenames - history you control, deletable anytime.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92640" y="6446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F6B"/>
                </a:solidFill>
              </a:rPr>
              <a:t>nextrole  ·  6/10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8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603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26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EXPLORER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886968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a role - see exactly what it takes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515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by role name, summary, or any skill.</a:t>
            </a:r>
            <a:endParaRPr lang="en-US" sz="18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matched to your resume float to the top with an orange % match badge.</a:t>
            </a:r>
            <a:endParaRPr lang="en-US" sz="18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selector lists every role; choosing one reveals its full required-skills checklist.</a:t>
            </a:r>
            <a:endParaRPr lang="en-US" sz="18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 you already have are ticked: "You have 4 of 9 skills" with a progress line.</a:t>
            </a:r>
            <a:endParaRPr lang="en-US" sz="18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card links to a full detail page with fit breakdown and next-step CTA.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92640" y="6446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F6B"/>
                </a:solidFill>
              </a:rPr>
              <a:t>nextrole  ·  7/10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603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26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&amp; SECURITY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886968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sign-in, zero lock-in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515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up: name + email + password. Sign in: email + password.</a:t>
            </a:r>
            <a:endParaRPr lang="en-US" sz="18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Passwords hashed with scrypt (salted, constant-time compare) - never stored raw.</a:t>
            </a:r>
            <a:endParaRPr lang="en-US" sz="18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handling of wrong password, duplicate sign-up, and unknown email.</a:t>
            </a:r>
            <a:endParaRPr lang="en-US" sz="18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OAuth button appears automatically when a client ID is configured.</a:t>
            </a:r>
            <a:endParaRPr lang="en-US" sz="18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sessions; MongoDB when configured, else a file store inside nextrole.json.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92640" y="6446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F6B"/>
                </a:solidFill>
              </a:rPr>
              <a:t>nextrole  ·  8/10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603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260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886968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app + desktop app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515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 mode: Vite dev server + API (npm run dev).</a:t>
            </a:r>
            <a:endParaRPr lang="en-US" sz="18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Production: one Node process serves UI + API from the same origin.</a:t>
            </a:r>
            <a:endParaRPr lang="en-US" sz="18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Desktop: Electron wrapper - Next Role.exe opens the app in its own window, bundled server included.</a:t>
            </a:r>
            <a:endParaRPr lang="en-US" sz="18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Portable Windows build via electron-builder (no installer, no signing needed).</a:t>
            </a:r>
            <a:endParaRPr lang="en-US" sz="18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1321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Graceful everywhere: runs fully without MongoDB, Grok, or Google keys.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92640" y="6446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F6B"/>
                </a:solidFill>
              </a:rPr>
              <a:t>nextrole  ·  9/10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3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260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on GitHub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6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github.com/saxenavansh070-droid/nextrole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3017520"/>
            <a:ext cx="10515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ECE9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app: http://localhost:4000 after npm run build &amp;&amp; npm start</a:t>
            </a:r>
            <a:endParaRPr lang="en-US" sz="18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ECE9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Desktop: Next Role.exe (release/win-unpacked) or npm run desktop</a:t>
            </a:r>
            <a:endParaRPr lang="en-US" sz="18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ECE9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Docs: README.md with full setup, env vars, and architecture.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CE9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Role - find work that fits.  Thank you.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92640" y="6446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CE9DB"/>
                </a:solidFill>
              </a:rPr>
              <a:t>nextrole  ·  10/10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 Role - Find work that fits</dc:title>
  <dc:subject>PptxGenJS Presentation</dc:subject>
  <dc:creator>Next Role</dc:creator>
  <cp:lastModifiedBy>Next Role</cp:lastModifiedBy>
  <cp:revision>1</cp:revision>
  <dcterms:created xsi:type="dcterms:W3CDTF">2026-10-10T10:38:51Z</dcterms:created>
  <dcterms:modified xsi:type="dcterms:W3CDTF">2026-10-10T10:38:51Z</dcterms:modified>
</cp:coreProperties>
</file>