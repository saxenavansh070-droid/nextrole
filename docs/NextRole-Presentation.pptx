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D2C20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2603C">
              <a:alpha val="18000"/>
            </a:srgbClr>
          </a:solidFill>
          <a:ln/>
        </p:spPr>
      </p:sp>
      <p:pic>
        <p:nvPicPr>
          <p:cNvPr id="5" name="Image 0" descr="C:/Users/Komal Saxena/OneDrive/Documents/Default Project/build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1325880" cy="1325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377440" y="137160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ROLE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2395728" y="2331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work that fits.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41248" y="3291840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4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a resume - get ranked job roles with the exact skills each one needs. Even scanned resumes, read with OCR right in your browser.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41248" y="438912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0D2C20"/>
          </a:solidFill>
          <a:ln/>
        </p:spPr>
      </p:sp>
      <p:sp>
        <p:nvSpPr>
          <p:cNvPr id="10" name="Text 7"/>
          <p:cNvSpPr/>
          <p:nvPr/>
        </p:nvSpPr>
        <p:spPr>
          <a:xfrm>
            <a:off x="841248" y="438912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258568" y="438912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D2C20"/>
          </a:solidFill>
          <a:ln/>
        </p:spPr>
      </p:sp>
      <p:sp>
        <p:nvSpPr>
          <p:cNvPr id="12" name="Text 9"/>
          <p:cNvSpPr/>
          <p:nvPr/>
        </p:nvSpPr>
        <p:spPr>
          <a:xfrm>
            <a:off x="2258568" y="4389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+ Express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15968" y="438912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0D2C20"/>
          </a:solidFill>
          <a:ln/>
        </p:spPr>
      </p:sp>
      <p:sp>
        <p:nvSpPr>
          <p:cNvPr id="14" name="Text 11"/>
          <p:cNvSpPr/>
          <p:nvPr/>
        </p:nvSpPr>
        <p:spPr>
          <a:xfrm>
            <a:off x="4315968" y="4389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07608" y="438912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0D2C20"/>
          </a:solidFill>
          <a:ln/>
        </p:spPr>
      </p:sp>
      <p:sp>
        <p:nvSpPr>
          <p:cNvPr id="16" name="Text 13"/>
          <p:cNvSpPr/>
          <p:nvPr/>
        </p:nvSpPr>
        <p:spPr>
          <a:xfrm>
            <a:off x="6007608" y="43891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882128" y="43891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D2C20"/>
          </a:solidFill>
          <a:ln/>
        </p:spPr>
      </p:sp>
      <p:sp>
        <p:nvSpPr>
          <p:cNvPr id="18" name="Text 15"/>
          <p:cNvSpPr/>
          <p:nvPr/>
        </p:nvSpPr>
        <p:spPr>
          <a:xfrm>
            <a:off x="7882128" y="4389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MongoDB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9390888" y="438912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E2603C"/>
          </a:solidFill>
          <a:ln/>
        </p:spPr>
      </p:sp>
      <p:sp>
        <p:nvSpPr>
          <p:cNvPr id="20" name="Text 17"/>
          <p:cNvSpPr/>
          <p:nvPr/>
        </p:nvSpPr>
        <p:spPr>
          <a:xfrm>
            <a:off x="9390888" y="438912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Grok AI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41248" y="5577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8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saxenavansh070-droid.github.io/nextrole  ·  one-click Windows installer  ·  open source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1EFE6"/>
                </a:solidFill>
              </a:rPr>
              <a:t>nextrole  ·  1/10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5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54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57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60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4124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 resumes, wrong roles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762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103120" y="21945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Titles, not skills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103120" y="2633472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portals match on keywords and titles - not on what a person can actually 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1762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680960" y="21945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Unreadable files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680960" y="2633472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Resumes arrive as scans, photos of paper, or odd PDFs with no selectable text.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16052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4165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103120" y="44348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Everyone guesses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103120" y="4873752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Recruiters and candidates both estimate fit. Nobody sees the real skill-to-role map.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55080" y="416052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44165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680960" y="44348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 in translation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680960" y="4873752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Career switchers have the skills, but not the vocabulary of the job description.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2/10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5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54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57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60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4124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steps, one clean interface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E260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202996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86584"/>
            <a:ext cx="4160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PDF, DOCX, or paste text. Scans go through OCR automatically.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77240" y="342900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E260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429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54480" y="340156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3758184"/>
            <a:ext cx="4160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163-skill catalogue scored against 30 real roles in seconds.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480060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E2603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800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54480" y="477316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5129784"/>
            <a:ext cx="4160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roles with match %, reasons, and skill checklists.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17920" y="2212848"/>
            <a:ext cx="5486400" cy="2661920"/>
          </a:xfrm>
          <a:prstGeom prst="roundRect">
            <a:avLst>
              <a:gd name="adj" fmla="val 2748"/>
            </a:avLst>
          </a:prstGeom>
          <a:solidFill>
            <a:srgbClr val="0D2C20">
              <a:alpha val="22000"/>
            </a:srgbClr>
          </a:solidFill>
          <a:ln/>
        </p:spPr>
      </p:sp>
      <p:pic>
        <p:nvPicPr>
          <p:cNvPr id="18" name="Image 0" descr="C:/Users/Komal Saxena/AppData/Local/Temp/opencode/deckimg/01-home-id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148840"/>
            <a:ext cx="5486400" cy="2661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172200" y="2148840"/>
            <a:ext cx="5486400" cy="2661920"/>
          </a:xfrm>
          <a:prstGeom prst="roundRect">
            <a:avLst>
              <a:gd name="adj" fmla="val 2748"/>
            </a:avLst>
          </a:prstGeom>
          <a:solidFill>
            <a:srgbClr val="FFFFFF">
              <a:alpha val="0"/>
            </a:srgbClr>
          </a:solidFill>
          <a:ln w="12700">
            <a:solidFill>
              <a:srgbClr val="D8D5C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72200" y="5074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Role home interface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3/10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5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54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57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60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EXTRACTION PIPELINE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4124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reads any resume - even scans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5120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5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1 - pdf-parse: fast text from standard PDFs.</a:t>
            </a:r>
            <a:endParaRPr lang="en-US" sz="165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5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2 - pdf.js 3.x: rescues modern or unusual layouts.</a:t>
            </a:r>
            <a:endParaRPr lang="en-US" sz="165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5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3 - Tesseract OCR: renders each page as an image and reads it like eyes.</a:t>
            </a:r>
            <a:endParaRPr lang="en-US" sz="165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5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DOCX via Mammoth; plain text as-is.</a:t>
            </a:r>
            <a:endParaRPr lang="en-US" sz="165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5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on a scanned resume: 3,101 characters recovered, 15 skills detected.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525780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123A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525780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engine runs server-side AND fully in the browser.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55080" y="2167128"/>
            <a:ext cx="5394960" cy="2617555"/>
          </a:xfrm>
          <a:prstGeom prst="roundRect">
            <a:avLst>
              <a:gd name="adj" fmla="val 2795"/>
            </a:avLst>
          </a:prstGeom>
          <a:solidFill>
            <a:srgbClr val="0D2C20">
              <a:alpha val="22000"/>
            </a:srgbClr>
          </a:solidFill>
          <a:ln/>
        </p:spPr>
      </p:sp>
      <p:pic>
        <p:nvPicPr>
          <p:cNvPr id="9" name="Image 0" descr="C:/Users/Komal Saxena/AppData/Local/Temp/opencode/deckimg/02-home-lo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03120"/>
            <a:ext cx="5394960" cy="261755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09360" y="2103120"/>
            <a:ext cx="5394960" cy="2617555"/>
          </a:xfrm>
          <a:prstGeom prst="roundRect">
            <a:avLst>
              <a:gd name="adj" fmla="val 2795"/>
            </a:avLst>
          </a:prstGeom>
          <a:solidFill>
            <a:srgbClr val="FFFFFF">
              <a:alpha val="0"/>
            </a:srgbClr>
          </a:solidFill>
          <a:ln w="12700">
            <a:solidFill>
              <a:srgbClr val="D8D5C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09360" y="4983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Analysing a scanned resume - live OCR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4/10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MATCHING ENGINE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4124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matching - with or without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5120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Alias normalisation: ReactJS / Node JS / k8s / postgres all map to catalogue skills.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Title signals: "front end developer", "DevOps", "nurse" point straight at roles.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parsing: years of experience feed summary and seniority.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Skill-to-role graph: direct overlap outranks inference.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Grok AI upgrades the same flow when a key is set.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55080" y="2167128"/>
            <a:ext cx="5394960" cy="2617555"/>
          </a:xfrm>
          <a:prstGeom prst="roundRect">
            <a:avLst>
              <a:gd name="adj" fmla="val 2795"/>
            </a:avLst>
          </a:prstGeom>
          <a:solidFill>
            <a:srgbClr val="0D2C20">
              <a:alpha val="22000"/>
            </a:srgbClr>
          </a:solidFill>
          <a:ln/>
        </p:spPr>
      </p:sp>
      <p:pic>
        <p:nvPicPr>
          <p:cNvPr id="7" name="Image 0" descr="C:/Users/Komal Saxena/AppData/Local/Temp/opencode/deckimg/03-home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03120"/>
            <a:ext cx="5394960" cy="261755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2103120"/>
            <a:ext cx="5394960" cy="2617555"/>
          </a:xfrm>
          <a:prstGeom prst="roundRect">
            <a:avLst>
              <a:gd name="adj" fmla="val 2795"/>
            </a:avLst>
          </a:prstGeom>
          <a:solidFill>
            <a:srgbClr val="FFFFFF">
              <a:alpha val="0"/>
            </a:srgbClr>
          </a:solidFill>
          <a:ln w="12700">
            <a:solidFill>
              <a:srgbClr val="D8D5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09360" y="4983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ranked roles, best fit first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5/10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TOUR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4124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Home, Explore roles, Your profile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167128"/>
            <a:ext cx="3611880" cy="1752431"/>
          </a:xfrm>
          <a:prstGeom prst="roundRect">
            <a:avLst>
              <a:gd name="adj" fmla="val 4174"/>
            </a:avLst>
          </a:prstGeom>
          <a:solidFill>
            <a:srgbClr val="0D2C20">
              <a:alpha val="22000"/>
            </a:srgbClr>
          </a:solidFill>
          <a:ln/>
        </p:spPr>
      </p:sp>
      <p:pic>
        <p:nvPicPr>
          <p:cNvPr id="6" name="Image 0" descr="C:/Users/Komal Saxena/AppData/Local/Temp/opencode/deckimg/04-ro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03120"/>
            <a:ext cx="3611880" cy="175243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2103120"/>
            <a:ext cx="3611880" cy="1752431"/>
          </a:xfrm>
          <a:prstGeom prst="roundRect">
            <a:avLst>
              <a:gd name="adj" fmla="val 4174"/>
            </a:avLst>
          </a:prstGeom>
          <a:solidFill>
            <a:srgbClr val="FFFFFF">
              <a:alpha val="0"/>
            </a:srgbClr>
          </a:solidFill>
          <a:ln w="12700">
            <a:solidFill>
              <a:srgbClr val="D8D5C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65279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 roles - badges +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0" y="2167128"/>
            <a:ext cx="3611880" cy="1752431"/>
          </a:xfrm>
          <a:prstGeom prst="roundRect">
            <a:avLst>
              <a:gd name="adj" fmla="val 4174"/>
            </a:avLst>
          </a:prstGeom>
          <a:solidFill>
            <a:srgbClr val="0D2C20">
              <a:alpha val="22000"/>
            </a:srgbClr>
          </a:solidFill>
          <a:ln/>
        </p:spPr>
      </p:sp>
      <p:pic>
        <p:nvPicPr>
          <p:cNvPr id="10" name="Image 1" descr="C:/Users/Komal Saxena/AppData/Local/Temp/opencode/deckimg/05-role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103120"/>
            <a:ext cx="3611880" cy="175243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26280" y="2103120"/>
            <a:ext cx="3611880" cy="1752431"/>
          </a:xfrm>
          <a:prstGeom prst="roundRect">
            <a:avLst>
              <a:gd name="adj" fmla="val 4174"/>
            </a:avLst>
          </a:prstGeom>
          <a:solidFill>
            <a:srgbClr val="FFFFFF">
              <a:alpha val="0"/>
            </a:srgbClr>
          </a:solidFill>
          <a:ln w="12700">
            <a:solidFill>
              <a:srgbClr val="D8D5C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26280" y="3965279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detail - skills checklist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321040" y="2167128"/>
            <a:ext cx="3611880" cy="1752431"/>
          </a:xfrm>
          <a:prstGeom prst="roundRect">
            <a:avLst>
              <a:gd name="adj" fmla="val 4174"/>
            </a:avLst>
          </a:prstGeom>
          <a:solidFill>
            <a:srgbClr val="0D2C20">
              <a:alpha val="22000"/>
            </a:srgbClr>
          </a:solidFill>
          <a:ln/>
        </p:spPr>
      </p:sp>
      <p:pic>
        <p:nvPicPr>
          <p:cNvPr id="14" name="Image 2" descr="C:/Users/Komal Saxena/AppData/Local/Temp/opencode/deckimg/08-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103120"/>
            <a:ext cx="3611880" cy="1752431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75320" y="2103120"/>
            <a:ext cx="3611880" cy="1752431"/>
          </a:xfrm>
          <a:prstGeom prst="roundRect">
            <a:avLst>
              <a:gd name="adj" fmla="val 4174"/>
            </a:avLst>
          </a:prstGeom>
          <a:solidFill>
            <a:srgbClr val="FFFFFF">
              <a:alpha val="0"/>
            </a:srgbClr>
          </a:solidFill>
          <a:ln w="12700">
            <a:solidFill>
              <a:srgbClr val="D8D5C8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75320" y="3965279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profile - saved analyses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77240" y="53949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card links to a full detail page with fit breakdown and next-step CTA.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6/10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5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EXPLORER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4124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% that means something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by role name, summary, or any skill.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Once analysed, matched roles float to the top with an orange % badge.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any role to see its full required-skills checklist.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 you have are ticked, with "You have 4 of 9" coverage.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4892040"/>
            <a:ext cx="5029200" cy="1143000"/>
          </a:xfrm>
          <a:prstGeom prst="roundRect">
            <a:avLst>
              <a:gd name="adj" fmla="val 9600"/>
            </a:avLst>
          </a:prstGeom>
          <a:solidFill>
            <a:srgbClr val="E2603C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4892040"/>
            <a:ext cx="45720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resume, no percentage. Match % appears ONLY after you upload or paste - never before.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0" y="2075688"/>
            <a:ext cx="5349240" cy="2595372"/>
          </a:xfrm>
          <a:prstGeom prst="roundRect">
            <a:avLst>
              <a:gd name="adj" fmla="val 2819"/>
            </a:avLst>
          </a:prstGeom>
          <a:solidFill>
            <a:srgbClr val="0D2C20">
              <a:alpha val="22000"/>
            </a:srgbClr>
          </a:solidFill>
          <a:ln/>
        </p:spPr>
      </p:sp>
      <p:pic>
        <p:nvPicPr>
          <p:cNvPr id="9" name="Image 0" descr="C:/Users/Komal Saxena/AppData/Local/Temp/opencode/deckimg/05-role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011680"/>
            <a:ext cx="5349240" cy="259537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5080" y="2011680"/>
            <a:ext cx="5349240" cy="2595372"/>
          </a:xfrm>
          <a:prstGeom prst="roundRect">
            <a:avLst>
              <a:gd name="adj" fmla="val 2819"/>
            </a:avLst>
          </a:prstGeom>
          <a:solidFill>
            <a:srgbClr val="FFFFFF">
              <a:alpha val="0"/>
            </a:srgbClr>
          </a:solidFill>
          <a:ln w="12700">
            <a:solidFill>
              <a:srgbClr val="D8D5C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55080" y="484632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 breakdown for one role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7/10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&amp; SECURITY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4124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 / Create account - everywhere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29968"/>
            <a:ext cx="5212080" cy="2528824"/>
          </a:xfrm>
          <a:prstGeom prst="roundRect">
            <a:avLst>
              <a:gd name="adj" fmla="val 2893"/>
            </a:avLst>
          </a:prstGeom>
          <a:solidFill>
            <a:srgbClr val="0D2C20">
              <a:alpha val="22000"/>
            </a:srgbClr>
          </a:solidFill>
          <a:ln/>
        </p:spPr>
      </p:sp>
      <p:pic>
        <p:nvPicPr>
          <p:cNvPr id="6" name="Image 0" descr="C:/Users/Komal Saxena/AppData/Local/Temp/opencode/deckimg/06-sign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65960"/>
            <a:ext cx="5212080" cy="2528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1965960"/>
            <a:ext cx="5212080" cy="2528824"/>
          </a:xfrm>
          <a:prstGeom prst="roundRect">
            <a:avLst>
              <a:gd name="adj" fmla="val 2893"/>
            </a:avLst>
          </a:prstGeom>
          <a:solidFill>
            <a:srgbClr val="FFFFFF">
              <a:alpha val="0"/>
            </a:srgbClr>
          </a:solidFill>
          <a:ln w="12700">
            <a:solidFill>
              <a:srgbClr val="D8D5C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0" y="2029968"/>
            <a:ext cx="5212080" cy="2528824"/>
          </a:xfrm>
          <a:prstGeom prst="roundRect">
            <a:avLst>
              <a:gd name="adj" fmla="val 2893"/>
            </a:avLst>
          </a:prstGeom>
          <a:solidFill>
            <a:srgbClr val="0D2C20">
              <a:alpha val="22000"/>
            </a:srgbClr>
          </a:solidFill>
          <a:ln/>
        </p:spPr>
      </p:sp>
      <p:pic>
        <p:nvPicPr>
          <p:cNvPr id="9" name="Image 1" descr="C:/Users/Komal Saxena/AppData/Local/Temp/opencode/deckimg/07-sign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5212080" cy="252882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55080" y="1965960"/>
            <a:ext cx="5212080" cy="2528824"/>
          </a:xfrm>
          <a:prstGeom prst="roundRect">
            <a:avLst>
              <a:gd name="adj" fmla="val 2893"/>
            </a:avLst>
          </a:prstGeom>
          <a:solidFill>
            <a:srgbClr val="FFFFFF">
              <a:alpha val="0"/>
            </a:srgbClr>
          </a:solidFill>
          <a:ln w="12700">
            <a:solidFill>
              <a:srgbClr val="D8D5C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77240" y="458622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account: name + email + password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355080" y="458622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in: email + password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" y="50749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 app: scrypt-hashed passwords, JWT sessions, MongoDB or file store.</a:t>
            </a:r>
            <a:endParaRPr lang="en-US" sz="145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Hosted app: browser-local accounts, salted SHA-256 via WebCrypto.</a:t>
            </a:r>
            <a:endParaRPr lang="en-US" sz="145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Resumes never leave your device on the hosted version.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8/10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5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4124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Web, local, and desktop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521208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48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web app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542032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saxenavansh070-droid.github.io/nextrole - full analysis in your browser.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383280"/>
            <a:ext cx="521208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520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full stack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3913632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Node process serves UI + API - npm run dev, or build + start.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754880"/>
            <a:ext cx="521208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892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 app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5285232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Windows installer via GitHub Releases; Electron window.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2212848"/>
            <a:ext cx="5349240" cy="2595372"/>
          </a:xfrm>
          <a:prstGeom prst="roundRect">
            <a:avLst>
              <a:gd name="adj" fmla="val 2819"/>
            </a:avLst>
          </a:prstGeom>
          <a:solidFill>
            <a:srgbClr val="0D2C20">
              <a:alpha val="22000"/>
            </a:srgbClr>
          </a:solidFill>
          <a:ln/>
        </p:spPr>
      </p:sp>
      <p:pic>
        <p:nvPicPr>
          <p:cNvPr id="15" name="Image 0" descr="C:/Users/Komal Saxena/AppData/Local/Temp/opencode/deckimg/09-hos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48840"/>
            <a:ext cx="5349240" cy="259537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355080" y="2148840"/>
            <a:ext cx="5349240" cy="2595372"/>
          </a:xfrm>
          <a:prstGeom prst="roundRect">
            <a:avLst>
              <a:gd name="adj" fmla="val 2819"/>
            </a:avLst>
          </a:prstGeom>
          <a:solidFill>
            <a:srgbClr val="FFFFFF">
              <a:alpha val="0"/>
            </a:srgbClr>
          </a:solidFill>
          <a:ln w="12700">
            <a:solidFill>
              <a:srgbClr val="D8D5C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498348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hosted app - Install app button in the header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9/10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5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754880"/>
            <a:ext cx="3474720" cy="3474720"/>
          </a:xfrm>
          <a:prstGeom prst="ellipse">
            <a:avLst/>
          </a:prstGeom>
          <a:solidFill>
            <a:srgbClr val="0D2C20">
              <a:alpha val="65000"/>
            </a:srgbClr>
          </a:solidFill>
          <a:ln/>
        </p:spPr>
      </p:sp>
      <p:pic>
        <p:nvPicPr>
          <p:cNvPr id="4" name="Image 0" descr="C:/Users/Komal Saxena/OneDrive/Documents/Default Project/build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914400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65960" y="77724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 now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686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1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App:      https://saxenavansh070-droid.github.io/nextrole/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8680" y="2697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Install:  github.com/saxenavansh070-droid/nextrole/releases/download/v1.0.0/NextRole-Setup-1.0.0.exe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68680" y="3291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1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Repo:     github.com/saxenavansh070-droid/nextrole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4206240"/>
            <a:ext cx="10515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C9D4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 or create an account right on the hosted app.</a:t>
            </a:r>
            <a:endParaRPr lang="en-US" sz="15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C9D4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Installer sets up the desktop app on Windows in one click.</a:t>
            </a:r>
            <a:endParaRPr lang="en-US" sz="15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C9D4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Docs: README + docs/ with the source-code PDF and this deck.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6868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Role - find work that fits.  Thank you.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1EFE6"/>
                </a:solidFill>
              </a:rPr>
              <a:t>nextrole  ·  10/10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Next Role - Find work that fits</dc:title>
  <dc:subject>PptxGenJS Presentation</dc:subject>
  <dc:creator>Next Role</dc:creator>
  <cp:lastModifiedBy>Next Role</cp:lastModifiedBy>
  <cp:revision>1</cp:revision>
  <dcterms:created xsi:type="dcterms:W3CDTF">2026-10-10T15:35:58Z</dcterms:created>
  <dcterms:modified xsi:type="dcterms:W3CDTF">2026-10-10T15:35:58Z</dcterms:modified>
</cp:coreProperties>
</file>