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6002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ROLE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work that fits.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4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a resume - get ranked job roles with the exact skills each one needs.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343400"/>
            <a:ext cx="1371600" cy="502920"/>
          </a:xfrm>
          <a:prstGeom prst="roundRect">
            <a:avLst>
              <a:gd name="adj" fmla="val 21818"/>
            </a:avLst>
          </a:prstGeom>
          <a:solidFill>
            <a:srgbClr val="0D2C2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3434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31720" y="4343400"/>
            <a:ext cx="2011680" cy="502920"/>
          </a:xfrm>
          <a:prstGeom prst="roundRect">
            <a:avLst>
              <a:gd name="adj" fmla="val 21818"/>
            </a:avLst>
          </a:prstGeom>
          <a:solidFill>
            <a:srgbClr val="0D2C20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43434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+ Express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4343400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D2C20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43434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4343400"/>
            <a:ext cx="1828800" cy="502920"/>
          </a:xfrm>
          <a:prstGeom prst="roundRect">
            <a:avLst>
              <a:gd name="adj" fmla="val 21818"/>
            </a:avLst>
          </a:prstGeom>
          <a:solidFill>
            <a:srgbClr val="0D2C20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43434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4343400"/>
            <a:ext cx="1463040" cy="502920"/>
          </a:xfrm>
          <a:prstGeom prst="roundRect">
            <a:avLst>
              <a:gd name="adj" fmla="val 21818"/>
            </a:avLst>
          </a:prstGeom>
          <a:solidFill>
            <a:srgbClr val="0D2C2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0" y="43434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MongoDB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29800" y="4343400"/>
            <a:ext cx="1371600" cy="502920"/>
          </a:xfrm>
          <a:prstGeom prst="roundRect">
            <a:avLst>
              <a:gd name="adj" fmla="val 21818"/>
            </a:avLst>
          </a:prstGeom>
          <a:solidFill>
            <a:srgbClr val="E2603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3434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Grok AI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8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on the web  ·  One-click Windows installer  ·  Open source on GitHub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1EFE6"/>
                </a:solidFill>
              </a:rPr>
              <a:t>nextrole  ·  1/10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8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59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8696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 resumes, wrong roles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portals match on titles and keywords - not on what a person can actually do.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Resumes arrive in every shape: PDF, Word, scans, photos of paper - many have no readable text.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Recruiters and candidates both guess. Nobody sees the real skill-to-role fit.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Career switchers have the skills, but not the vocabulary of the job description.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2/10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8696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Role: matching you can see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32918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Upload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PDF, DOCX, TXT - or paste text. Scanned pages are read with OCR, right in the browser.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874520"/>
            <a:ext cx="32918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Match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17720" y="256032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163-skill catalogue + 30-role library scored in seconds. Grok AI upgrades it when a key is set.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2440" y="1874520"/>
            <a:ext cx="32918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Explore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275320" y="256032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roles with match %, plain-English reasons, and a required-skills checklist per role.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4663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58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Always at least six roles - best fit first, every time.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3/10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8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 PIPELINE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8696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reads any resume - even scans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1 - pdf-parse: fast text extraction for standard PDF resumes.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2 - pdf.js 3.x: rescues modern or unusual PDF layouts.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3 - Tesseract OCR: renders each page as an image and reads it like eyes - rescues scanned or photographed resumes with no text layer.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DOCX via Mammoth, plain text as-is. Clear, specific errors when a file truly cannot be read.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on a scanned resume: 3,101 characters recovered, 15 skills detected.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4/10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MATCHING ENGINE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8696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matching - with or without AI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Alias normalisation: ReactJS / Node JS / k8s / postgres / HTML5 all map to catalogue skills.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Title signals: "front end developer", "DevOps", "nurse" point straight at roles.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parsing: years of experience feed the summary and seniority context.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Skill-to-role graph: one skill can imply several roles; direct overlap outranks inference.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Grok AI upgrades the same flow when GROK_API_KEY is set - the local matcher is the safety net.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5/10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TOUR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8696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sections, one clean interface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32918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landing interface: hero, dark-green upload card, and the "Roles for you" results panel.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874520"/>
            <a:ext cx="32918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roles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17720" y="256032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30-role library with search, match badges, and a role selector showing required skills.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2440" y="1874520"/>
            <a:ext cx="32918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F1EF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profile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275320" y="256032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 with email + password, then find saved analyses, top match, dates and filenames - deletable anytime.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6/10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8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EXPLORER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8696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 role - see exactly what it takes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by role name, summary, or any skill.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percentages appear ONLY after you upload or paste a resume - never before.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analysed, matched roles float to the top with an orange % match badge.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selector lists every role; choosing one reveals its full required-skills checklist.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you already have are ticked: "You have 4 of 9 skills" with a progress line.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7/10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&amp; SECURITY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8696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sign-in, everywhere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up: name + email + password. Sign in: email + password - on the web app AND the desktop app.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app: passwords hashed with scrypt (salted, constant-time compare); JWT sessions; MongoDB or file store.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Hosted app: browser-local accounts hashed with salted SHA-256 via WebCrypto - resumes never leave the device.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OAuth button appears automatically when a client ID is configured.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Session-scoped results: percentages never linger across visits.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8/10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260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886968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Web, hosted, and desktop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web app: saxenavansh070-droid.github.io/nextrole - full analysis in the browser, zero setup.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full stack: one Node process serves UI + API (npm run dev, or build + start).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Desktop: Electron wrapper - installs in one click via NextRole-Setup.exe, bundled server included.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Icons, fonts and OCR language data bundle offline; Grok and MongoDB stay optional.</a:t>
            </a:r>
            <a:endParaRPr lang="en-US" sz="18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113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codebase, same matching engine, three surfaces.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5897D"/>
                </a:solidFill>
              </a:rPr>
              <a:t>nextrole  ·  9/10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E2603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now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1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App:      https://saxenavansh070-droid.github.io/nextrole/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Install:  https://github.com/saxenavansh070-droid/nextrole/releases/download/v1.0.0/NextRole-Setup-1.0.0.exe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1EF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Repo:     https://github.com/saxenavansh070-droid/nextrole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10515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app runs fully in your browser - sign in, upload, explore, save to your profile.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Installer sets up the desktop app on Windows in one click.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Docs: README.md with full setup, env vars, and architecture; docs/ has the source-code PDF.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1EF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Role - find work that fits.  Thank you.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92640" y="64465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1EFE6"/>
                </a:solidFill>
              </a:rPr>
              <a:t>nextrole  ·  10/10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 Role - Find work that fits</dc:title>
  <dc:subject>PptxGenJS Presentation</dc:subject>
  <dc:creator>Next Role</dc:creator>
  <cp:lastModifiedBy>Next Role</cp:lastModifiedBy>
  <cp:revision>1</cp:revision>
  <dcterms:created xsi:type="dcterms:W3CDTF">2026-10-10T15:12:54Z</dcterms:created>
  <dcterms:modified xsi:type="dcterms:W3CDTF">2026-10-10T15:12:54Z</dcterms:modified>
</cp:coreProperties>
</file>